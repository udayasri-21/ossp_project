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731520"/>
            <a:ext cx="1828800" cy="1828800"/>
          </a:xfrm>
          <a:prstGeom prst="ellipse">
            <a:avLst/>
          </a:prstGeom>
          <a:solidFill>
            <a:srgbClr val="2E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2377440"/>
            <a:ext cx="1143000" cy="1143000"/>
          </a:xfrm>
          <a:prstGeom prst="ellipse">
            <a:avLst/>
          </a:prstGeom>
          <a:solidFill>
            <a:srgbClr val="2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52560" y="3977639"/>
            <a:ext cx="822960" cy="822960"/>
          </a:xfrm>
          <a:prstGeom prst="ellipse">
            <a:avLst/>
          </a:prstGeom>
          <a:solidFill>
            <a:srgbClr val="DE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6AAA6"/>
                </a:solidFill>
                <a:latin typeface="Aptos"/>
              </a:defRPr>
            </a:pPr>
            <a:r>
              <a:t>HACKATHON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95527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Linux Process Tree</a:t>
            </a:r>
            <a:br/>
            <a:r>
              <a:t>Visualizer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7132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E0EBF7"/>
                </a:solidFill>
                <a:latin typeface="Aptos"/>
              </a:defRPr>
            </a:pPr>
            <a:r>
              <a:t>A C and Linux-based prototype for learning process hierarchy and core operating-system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68580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Batch:17</a:t>
            </a:r>
            <a:br>
              <a:rPr dirty="0"/>
            </a:br>
            <a:r>
              <a:rPr dirty="0"/>
              <a:t>Members: </a:t>
            </a:r>
            <a:r>
              <a:rPr lang="en-IN" dirty="0"/>
              <a:t>S Udayasri-2520090003</a:t>
            </a:r>
          </a:p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                      B Akshitha-2520090014</a:t>
            </a:r>
          </a:p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                      R  Bhanu Priya-2520090171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77240" y="630936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1C5DD"/>
                </a:solidFill>
                <a:latin typeface="Aptos"/>
              </a:defRPr>
            </a:pPr>
            <a:r>
              <a:t>Hackathon date: 17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26AAA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6768A"/>
                </a:solidFill>
                <a:latin typeface="Aptos"/>
              </a:defRPr>
            </a:pPr>
            <a:r>
              <a:t>LINUX PROCESS TREE VISUALIZER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42642"/>
                </a:solidFill>
                <a:latin typeface="Aptos"/>
              </a:defRPr>
            </a:pPr>
            <a:r>
              <a:t>Understanding Linux process behavior can be difficult through theory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B3748"/>
                </a:solidFill>
                <a:latin typeface="Aptos"/>
              </a:defRPr>
            </a:pPr>
            <a:r>
              <a:t>Students need a clear way to observe parent and child processes.</a:t>
            </a:r>
          </a:p>
          <a:p>
            <a:pPr>
              <a:spcAft>
                <a:spcPts val="1200"/>
              </a:spcAft>
              <a:defRPr sz="2000">
                <a:solidFill>
                  <a:srgbClr val="2B3748"/>
                </a:solidFill>
                <a:latin typeface="Aptos"/>
              </a:defRPr>
            </a:pPr>
            <a:r>
              <a:t>Process IDs, parent process IDs, and process states can be confusing.</a:t>
            </a:r>
          </a:p>
          <a:p>
            <a:pPr>
              <a:spcAft>
                <a:spcPts val="1200"/>
              </a:spcAft>
              <a:defRPr sz="2000">
                <a:solidFill>
                  <a:srgbClr val="2B3748"/>
                </a:solidFill>
                <a:latin typeface="Aptos"/>
              </a:defRPr>
            </a:pPr>
            <a:r>
              <a:t>Important OS concepts such as fork(), exec(), wait(), signals, and pipes need practical demonstrations.</a:t>
            </a:r>
          </a:p>
          <a:p>
            <a:pPr>
              <a:spcAft>
                <a:spcPts val="1200"/>
              </a:spcAft>
              <a:defRPr sz="2000">
                <a:solidFill>
                  <a:srgbClr val="2B3748"/>
                </a:solidFill>
                <a:latin typeface="Aptos"/>
              </a:defRPr>
            </a:pPr>
            <a:r>
              <a:t>The project addresses this learning gap with a small, controlled command-line prototype.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26AAA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6768A"/>
                </a:solidFill>
                <a:latin typeface="Aptos"/>
              </a:defRPr>
            </a:pPr>
            <a:r>
              <a:t>LINUX PROCESS TREE VISUALIZER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2642"/>
                </a:solidFill>
                <a:latin typeface="Aptos"/>
              </a:defRPr>
            </a:pPr>
            <a:r>
              <a:t>System architecture and execution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11680"/>
            <a:ext cx="2057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2011680"/>
            <a:ext cx="82296" cy="1508760"/>
          </a:xfrm>
          <a:prstGeom prst="rect">
            <a:avLst/>
          </a:prstGeom>
          <a:solidFill>
            <a:srgbClr val="2E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157984"/>
            <a:ext cx="1673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06040"/>
            <a:ext cx="167335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Selects a demo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52374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E68B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2011680"/>
            <a:ext cx="2057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70632" y="2011680"/>
            <a:ext cx="82296" cy="1508760"/>
          </a:xfrm>
          <a:prstGeom prst="rect">
            <a:avLst/>
          </a:prstGeom>
          <a:solidFill>
            <a:srgbClr val="2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80944" y="2157984"/>
            <a:ext cx="1673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C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606040"/>
            <a:ext cx="167335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Checks the 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52374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E68B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2011680"/>
            <a:ext cx="2057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29784" y="2011680"/>
            <a:ext cx="82296" cy="1508760"/>
          </a:xfrm>
          <a:prstGeom prst="rect">
            <a:avLst/>
          </a:prstGeom>
          <a:solidFill>
            <a:srgbClr val="DE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0096" y="2157984"/>
            <a:ext cx="1673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Linux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606040"/>
            <a:ext cx="167335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Calls process / IPC functions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252374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E68B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8936" y="2011680"/>
            <a:ext cx="2057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88936" y="2011680"/>
            <a:ext cx="82296" cy="1508760"/>
          </a:xfrm>
          <a:prstGeom prst="rect">
            <a:avLst/>
          </a:prstGeom>
          <a:solidFill>
            <a:srgbClr val="2E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99248" y="2157984"/>
            <a:ext cx="1673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Linux Kernel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2606040"/>
            <a:ext cx="167335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Provides OS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4624" y="252374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E68B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8088" y="2011680"/>
            <a:ext cx="2057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848088" y="2011680"/>
            <a:ext cx="82296" cy="1508760"/>
          </a:xfrm>
          <a:prstGeom prst="rect">
            <a:avLst/>
          </a:prstGeom>
          <a:solidFill>
            <a:srgbClr val="31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0" y="2157984"/>
            <a:ext cx="16733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606040"/>
            <a:ext cx="167335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Displays the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16052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2B3748"/>
                </a:solidFill>
                <a:latin typeface="Aptos"/>
              </a:defRPr>
            </a:pPr>
            <a:r>
              <a:t>Main modules: process tree • process creation • program execution • child waiting • signals • inter-process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Implementation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26AAA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6768A"/>
                </a:solidFill>
                <a:latin typeface="Aptos"/>
              </a:defRPr>
            </a:pPr>
            <a:r>
              <a:t>LINUX PROCESS TREE VISUALIZER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B3748"/>
                </a:solidFill>
                <a:latin typeface="Aptos"/>
              </a:defRPr>
            </a:pPr>
            <a:r>
              <a:t>Write the program in C and compile it using GCC.</a:t>
            </a:r>
          </a:p>
          <a:p>
            <a:pPr>
              <a:spcAft>
                <a:spcPts val="1200"/>
              </a:spcAft>
              <a:defRPr sz="1800">
                <a:solidFill>
                  <a:srgbClr val="2B3748"/>
                </a:solidFill>
                <a:latin typeface="Aptos"/>
              </a:defRPr>
            </a:pPr>
            <a:r>
              <a:t>Accept a command-line argument to select the demonstration.</a:t>
            </a:r>
          </a:p>
          <a:p>
            <a:pPr>
              <a:spcAft>
                <a:spcPts val="1200"/>
              </a:spcAft>
              <a:defRPr sz="1800">
                <a:solidFill>
                  <a:srgbClr val="2B3748"/>
                </a:solidFill>
                <a:latin typeface="Aptos"/>
              </a:defRPr>
            </a:pPr>
            <a:r>
              <a:t>Use ps to display process information and hierarchy.</a:t>
            </a:r>
          </a:p>
          <a:p>
            <a:pPr>
              <a:spcAft>
                <a:spcPts val="1200"/>
              </a:spcAft>
              <a:defRPr sz="1800">
                <a:solidFill>
                  <a:srgbClr val="2B3748"/>
                </a:solidFill>
                <a:latin typeface="Aptos"/>
              </a:defRPr>
            </a:pPr>
            <a:r>
              <a:t>Use fork() to create a child process and getpid()/getppid() to show process IDs.</a:t>
            </a:r>
          </a:p>
          <a:p>
            <a:pPr>
              <a:spcAft>
                <a:spcPts val="1200"/>
              </a:spcAft>
              <a:defRPr sz="1800">
                <a:solidFill>
                  <a:srgbClr val="2B3748"/>
                </a:solidFill>
                <a:latin typeface="Aptos"/>
              </a:defRPr>
            </a:pPr>
            <a:r>
              <a:t>Use exec-family functionality to run another program and waitpid() to wait for a child.</a:t>
            </a:r>
          </a:p>
          <a:p>
            <a:pPr>
              <a:spcAft>
                <a:spcPts val="1200"/>
              </a:spcAft>
              <a:defRPr sz="1800">
                <a:solidFill>
                  <a:srgbClr val="2B3748"/>
                </a:solidFill>
                <a:latin typeface="Aptos"/>
              </a:defRPr>
            </a:pPr>
            <a:r>
              <a:t>Use a pipe for parent–child message passing and a signal example to demonstrate signal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26AAA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6768A"/>
                </a:solidFill>
                <a:latin typeface="Aptos"/>
              </a:defRPr>
            </a:pPr>
            <a:r>
              <a:t>LINUX PROCESS TREE VISUALIZER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82296" cy="1737360"/>
          </a:xfrm>
          <a:prstGeom prst="rect">
            <a:avLst/>
          </a:prstGeom>
          <a:solidFill>
            <a:srgbClr val="2E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472184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C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20240"/>
            <a:ext cx="3136392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Implements the OS demonstrations.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25880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325880"/>
            <a:ext cx="82296" cy="1737360"/>
          </a:xfrm>
          <a:prstGeom prst="rect">
            <a:avLst/>
          </a:prstGeom>
          <a:solidFill>
            <a:srgbClr val="2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72184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Linux / Ubuntu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920240"/>
            <a:ext cx="3136392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Provides the environment for process and IPC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325880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1325880"/>
            <a:ext cx="82296" cy="1737360"/>
          </a:xfrm>
          <a:prstGeom prst="rect">
            <a:avLst/>
          </a:prstGeom>
          <a:solidFill>
            <a:srgbClr val="DE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77072" y="1472184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GCC Compiler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1920240"/>
            <a:ext cx="3136392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Converts C source code into an executable.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520439"/>
            <a:ext cx="82296" cy="1737360"/>
          </a:xfrm>
          <a:prstGeom prst="rect">
            <a:avLst/>
          </a:prstGeom>
          <a:solidFill>
            <a:srgbClr val="31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666744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WSL2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114800"/>
            <a:ext cx="3136392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Runs Ubuntu on a Windows machine.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520439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3520439"/>
            <a:ext cx="82296" cy="1737360"/>
          </a:xfrm>
          <a:prstGeom prst="rect">
            <a:avLst/>
          </a:prstGeom>
          <a:solidFill>
            <a:srgbClr val="2E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90872" y="3666744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ps / procps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4114800"/>
            <a:ext cx="3136392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Displays process information.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520439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66760" y="3520439"/>
            <a:ext cx="82296" cy="1737360"/>
          </a:xfrm>
          <a:prstGeom prst="rect">
            <a:avLst/>
          </a:prstGeom>
          <a:solidFill>
            <a:srgbClr val="2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77072" y="3666744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4114800"/>
            <a:ext cx="3136392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Stores source code, README, report, and project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Testing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26AAA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6768A"/>
                </a:solidFill>
                <a:latin typeface="Aptos"/>
              </a:defRPr>
            </a:pPr>
            <a:r>
              <a:t>LINUX PROCESS TREE VISUALIZER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Test command</a:t>
                      </a:r>
                    </a:p>
                  </a:txBody>
                  <a:tcPr>
                    <a:solidFill>
                      <a:srgbClr val="14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14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748"/>
                          </a:solidFill>
                        </a:defRPr>
                      </a:pPr>
                      <a:r>
                        <a:t>./project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748"/>
                          </a:solidFill>
                        </a:defRPr>
                      </a:pPr>
                      <a:r>
                        <a:t>Process listing and hierarchy appear.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748"/>
                          </a:solidFill>
                        </a:defRPr>
                      </a:pPr>
                      <a:r>
                        <a:t>./project fork</a:t>
                      </a:r>
                    </a:p>
                  </a:txBody>
                  <a:tcPr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748"/>
                          </a:solidFill>
                        </a:defRPr>
                      </a:pPr>
                      <a:r>
                        <a:t>Parent and child IDs are printed.</a:t>
                      </a:r>
                    </a:p>
                  </a:txBody>
                  <a:tcPr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748"/>
                          </a:solidFill>
                        </a:defRPr>
                      </a:pPr>
                      <a:r>
                        <a:t>./project exec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748"/>
                          </a:solidFill>
                        </a:defRPr>
                      </a:pPr>
                      <a:r>
                        <a:t>External command runs and prints a message.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748"/>
                          </a:solidFill>
                        </a:defRPr>
                      </a:pPr>
                      <a:r>
                        <a:t>./project wait</a:t>
                      </a:r>
                    </a:p>
                  </a:txBody>
                  <a:tcPr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748"/>
                          </a:solidFill>
                        </a:defRPr>
                      </a:pPr>
                      <a:r>
                        <a:t>Parent waits and reports child exit status.</a:t>
                      </a:r>
                    </a:p>
                  </a:txBody>
                  <a:tcPr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748"/>
                          </a:solidFill>
                        </a:defRPr>
                      </a:pPr>
                      <a:r>
                        <a:t>./project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748"/>
                          </a:solidFill>
                        </a:defRPr>
                      </a:pPr>
                      <a:r>
                        <a:t>Signal demonstration completes as configured.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748"/>
                          </a:solidFill>
                        </a:defRPr>
                      </a:pPr>
                      <a:r>
                        <a:t>./project ipc</a:t>
                      </a:r>
                    </a:p>
                  </a:txBody>
                  <a:tcPr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748"/>
                          </a:solidFill>
                        </a:defRPr>
                      </a:pPr>
                      <a:r>
                        <a:t>Child receives the message sent through the pipe.</a:t>
                      </a:r>
                    </a:p>
                  </a:txBody>
                  <a:tcPr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92531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E8B34"/>
                </a:solidFill>
                <a:latin typeface="Aptos"/>
              </a:defRPr>
            </a:pPr>
            <a:r>
              <a:t>Replace expected results with actual observations after running each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26AAA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6768A"/>
                </a:solidFill>
                <a:latin typeface="Aptos"/>
              </a:defRPr>
            </a:pPr>
            <a:r>
              <a:t>LINUX PROCESS TREE VISUALIZER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82296" cy="1828800"/>
          </a:xfrm>
          <a:prstGeom prst="rect">
            <a:avLst/>
          </a:prstGeom>
          <a:solidFill>
            <a:srgbClr val="2E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472184"/>
            <a:ext cx="48280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Process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920240"/>
            <a:ext cx="482803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The tree command displays process IDs, parent IDs, states, and command names.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82296" cy="1828800"/>
          </a:xfrm>
          <a:prstGeom prst="rect">
            <a:avLst/>
          </a:prstGeom>
          <a:solidFill>
            <a:srgbClr val="2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472184"/>
            <a:ext cx="48280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Process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920240"/>
            <a:ext cx="482803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The fork, exec, and wait demonstrations show basic process lifecycle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82296" cy="1828800"/>
          </a:xfrm>
          <a:prstGeom prst="rect">
            <a:avLst/>
          </a:prstGeom>
          <a:solidFill>
            <a:srgbClr val="DE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712463"/>
            <a:ext cx="48280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160520"/>
            <a:ext cx="482803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The pipe demonstration passes a message from parent to child.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661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566160"/>
            <a:ext cx="82296" cy="1828800"/>
          </a:xfrm>
          <a:prstGeom prst="rect">
            <a:avLst/>
          </a:prstGeom>
          <a:solidFill>
            <a:srgbClr val="31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3712463"/>
            <a:ext cx="48280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642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160520"/>
            <a:ext cx="482803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B3748"/>
                </a:solidFill>
                <a:latin typeface="Aptos"/>
              </a:defRPr>
            </a:pPr>
            <a:r>
              <a:t>Each module can be tested separately using a command-line argument.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6768A"/>
                </a:solidFill>
                <a:latin typeface="Aptos"/>
              </a:defRPr>
            </a:pPr>
            <a:r>
              <a:t>Note: present only results you have personally run and 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645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26AAA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6768A"/>
                </a:solidFill>
                <a:latin typeface="Aptos"/>
              </a:defRPr>
            </a:pPr>
            <a:r>
              <a:t>LINUX PROCESS TREE VISUALIZER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B3748"/>
                </a:solidFill>
                <a:latin typeface="Aptos"/>
              </a:defRPr>
            </a:pPr>
            <a:r>
              <a:t>Improves understanding of Linux processes through practical observation.</a:t>
            </a:r>
          </a:p>
          <a:p>
            <a:pPr>
              <a:spcAft>
                <a:spcPts val="1200"/>
              </a:spcAft>
              <a:defRPr sz="2000">
                <a:solidFill>
                  <a:srgbClr val="2B3748"/>
                </a:solidFill>
                <a:latin typeface="Aptos"/>
              </a:defRPr>
            </a:pPr>
            <a:r>
              <a:t>Connects classroom operating-system concepts with actual system behavior.</a:t>
            </a:r>
          </a:p>
          <a:p>
            <a:pPr>
              <a:spcAft>
                <a:spcPts val="1200"/>
              </a:spcAft>
              <a:defRPr sz="2000">
                <a:solidFill>
                  <a:srgbClr val="2B3748"/>
                </a:solidFill>
                <a:latin typeface="Aptos"/>
              </a:defRPr>
            </a:pPr>
            <a:r>
              <a:t>Provides a reusable demonstration for OS lab learning and viva preparation.</a:t>
            </a:r>
          </a:p>
          <a:p>
            <a:pPr>
              <a:spcAft>
                <a:spcPts val="1200"/>
              </a:spcAft>
              <a:defRPr sz="2000">
                <a:solidFill>
                  <a:srgbClr val="2B3748"/>
                </a:solidFill>
                <a:latin typeface="Aptos"/>
              </a:defRPr>
            </a:pPr>
            <a:r>
              <a:t>Runs locally in a controlled environment without requiring a database or external service.</a:t>
            </a:r>
          </a:p>
          <a:p>
            <a:pPr>
              <a:spcAft>
                <a:spcPts val="1200"/>
              </a:spcAft>
              <a:defRPr sz="2000">
                <a:solidFill>
                  <a:srgbClr val="2B3748"/>
                </a:solidFill>
                <a:latin typeface="Aptos"/>
              </a:defRPr>
            </a:pPr>
            <a:r>
              <a:t>Can be extended with a graphical process tree, logging, and additional memory or file-system demonstrations.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9144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0">
                <a:solidFill>
                  <a:srgbClr val="E1ECF8"/>
                </a:solidFill>
                <a:latin typeface="Aptos"/>
              </a:defRPr>
            </a:pPr>
            <a:r>
              <a:t>Linux Process Tree Visualizer is an educational prototype that demonstrates process hierarchy, creation, execution, waiting, signal behavior, and inter-process communication using C on Linux.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251960"/>
            <a:ext cx="9144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6AAA6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1792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1C5DD"/>
                </a:solidFill>
                <a:latin typeface="Aptos"/>
              </a:defRPr>
            </a:pPr>
            <a:r>
              <a:t>Team: [Add team name]  •  GitHub: [Add repository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609</Words>
  <Application>Microsoft Office PowerPoint</Application>
  <PresentationFormat>Widescreen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R.BHANU PRIYA</dc:creator>
  <cp:keywords/>
  <dc:description>generated using python-pptx</dc:description>
  <cp:lastModifiedBy>RAMANAGARI AKHILREDDY</cp:lastModifiedBy>
  <cp:revision>2</cp:revision>
  <dcterms:created xsi:type="dcterms:W3CDTF">2013-01-27T09:14:16Z</dcterms:created>
  <dcterms:modified xsi:type="dcterms:W3CDTF">2026-10-17T05:16:15Z</dcterms:modified>
  <cp:category/>
</cp:coreProperties>
</file>